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44"/>
  </p:normalViewPr>
  <p:slideViewPr>
    <p:cSldViewPr snapToGrid="0">
      <p:cViewPr varScale="1">
        <p:scale>
          <a:sx n="111" d="100"/>
          <a:sy n="111" d="100"/>
        </p:scale>
        <p:origin x="108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33DDF-AFF0-A5CB-B47B-8D6F8AEC0D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E2F25C-36B0-3CC2-1A78-D3568339E6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236EED-3EA6-9013-D6A8-9480B8C3F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158CC-5F2A-C247-99D9-5DDFB79A8FE8}" type="datetimeFigureOut">
              <a:rPr lang="en-CL" smtClean="0"/>
              <a:t>04-06-26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6B7FE7-FD04-0CE4-FF6C-49EDDA05A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BB4F52-1D6C-6250-D004-B3D501B9D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D04D0-03CB-FD44-A6DA-B24A77FAE1FF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26910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17CB8-E8BB-0C3E-121B-58726389B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C62D6-9AF2-1309-BB1E-EBC94F666C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EC3803-E5C2-544B-6333-1A096C5F2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158CC-5F2A-C247-99D9-5DDFB79A8FE8}" type="datetimeFigureOut">
              <a:rPr lang="en-CL" smtClean="0"/>
              <a:t>04-06-26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A602BB-8E0C-04F5-FB44-201EB2A99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4B835E-FAA3-468D-3EB1-46EEED15B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D04D0-03CB-FD44-A6DA-B24A77FAE1FF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030303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39A03-1BC0-7835-5DBC-24F3919DE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B946F3-404A-6401-F5B1-9F62BEEAE2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BD0C1-3100-0CFD-4AE5-4E9FE4780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158CC-5F2A-C247-99D9-5DDFB79A8FE8}" type="datetimeFigureOut">
              <a:rPr lang="en-CL" smtClean="0"/>
              <a:t>04-06-26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0A05B-8A5A-ACEA-954C-6B9BD0276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83760B-13FA-3669-AC6C-CBC45A2F0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D04D0-03CB-FD44-A6DA-B24A77FAE1FF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805181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B8DD-00FB-356C-FEE0-D90E2A9C9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2F00A-CE98-B07E-D511-78B9FC8925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85C07A-6476-3902-97FF-B750D95A3A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A27013-CA0B-68FC-C7C2-4956643D3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158CC-5F2A-C247-99D9-5DDFB79A8FE8}" type="datetimeFigureOut">
              <a:rPr lang="en-CL" smtClean="0"/>
              <a:t>04-06-26</a:t>
            </a:fld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CF0241-C3D4-764C-8F51-64E70EF5B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F376D5-3EDB-037C-23C5-1811D5AD6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D04D0-03CB-FD44-A6DA-B24A77FAE1FF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320135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F449C-7CB7-E9B0-79EE-600441E19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AFB8E3-A12B-152A-2C33-208EC2D827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70108B-848B-5009-E17E-CEF0AB09EE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6D8EA0-5E17-5811-A6B7-7B1BD37866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DCE760-C23C-041A-D9BE-CA150C85C1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044C26-2CDA-5ABC-5C27-D4A7F6E80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158CC-5F2A-C247-99D9-5DDFB79A8FE8}" type="datetimeFigureOut">
              <a:rPr lang="en-CL" smtClean="0"/>
              <a:t>04-06-26</a:t>
            </a:fld>
            <a:endParaRPr lang="en-C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C3733B-F90F-1DE7-C7C4-44FD2BDC8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FC0889-F719-07B8-6660-DF63A8491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D04D0-03CB-FD44-A6DA-B24A77FAE1FF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137746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30DFC-EFD1-6314-36C5-1FBB8DAB8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26A9A4-040A-289B-40F5-BFFA88E84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158CC-5F2A-C247-99D9-5DDFB79A8FE8}" type="datetimeFigureOut">
              <a:rPr lang="en-CL" smtClean="0"/>
              <a:t>04-06-26</a:t>
            </a:fld>
            <a:endParaRPr lang="en-C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30B8FB-AE07-64CC-EC87-23FED5EF9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228E47-DAB3-8619-7322-F633ABF86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D04D0-03CB-FD44-A6DA-B24A77FAE1FF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456536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A88006-278F-86BA-6C0A-6D5A43F5E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158CC-5F2A-C247-99D9-5DDFB79A8FE8}" type="datetimeFigureOut">
              <a:rPr lang="en-CL" smtClean="0"/>
              <a:t>04-06-26</a:t>
            </a:fld>
            <a:endParaRPr lang="en-C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538B31-8E19-32DA-F1E3-D0E6EB925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A7BD06-3F94-A474-ECF3-F087128B3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D04D0-03CB-FD44-A6DA-B24A77FAE1FF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333579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769E6-0BD9-84F9-EDD4-3FADB80FD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66458-6F6F-1045-680E-2A82559D2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F81A8C-FA52-BF34-1F71-4308E44935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DABDB6-67EA-1F0A-2E8B-C27ECEA67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158CC-5F2A-C247-99D9-5DDFB79A8FE8}" type="datetimeFigureOut">
              <a:rPr lang="en-CL" smtClean="0"/>
              <a:t>04-06-26</a:t>
            </a:fld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E692D4-868E-7BD7-30E7-06B26DE39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5C47A9-1707-6E06-CF15-F2C2E7C2D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D04D0-03CB-FD44-A6DA-B24A77FAE1FF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558892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0E689-BE58-50DF-1CF4-3A5509694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B6A0C4-BAC9-5010-17E6-F05BF98A29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60D37E-13BE-C150-5BB4-05DA647DBA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9E3CD8-64F4-467C-95E7-695E12120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158CC-5F2A-C247-99D9-5DDFB79A8FE8}" type="datetimeFigureOut">
              <a:rPr lang="en-CL" smtClean="0"/>
              <a:t>04-06-26</a:t>
            </a:fld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DAAFD3-7136-278D-4509-6D3DAFC1F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51E331-5935-F8AB-9BC6-664FA8FE1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D04D0-03CB-FD44-A6DA-B24A77FAE1FF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984144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FD248-908A-00CA-2022-4E24651C1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5377D3-E733-C93C-043C-E5F6C9C5B4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CDE40-42C7-A34C-FAA1-33B0CA7D8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158CC-5F2A-C247-99D9-5DDFB79A8FE8}" type="datetimeFigureOut">
              <a:rPr lang="en-CL" smtClean="0"/>
              <a:t>04-06-26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0AC82-A74B-022C-F584-78E11ADA5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C5226-0738-D7F8-8B71-E4E9A657D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D04D0-03CB-FD44-A6DA-B24A77FAE1FF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35092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C66FBC-9D4A-98AF-9171-E9970F50D5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4C1FEA-143D-A74E-A9F1-BEF75014A8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AD55BE-E3CA-4875-E8C9-BB44C1B52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158CC-5F2A-C247-99D9-5DDFB79A8FE8}" type="datetimeFigureOut">
              <a:rPr lang="en-CL" smtClean="0"/>
              <a:t>04-06-26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C14AA-E2F7-A8B4-B41E-D8F826FC3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6B56F4-FA94-2EE6-D616-872A4D352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D04D0-03CB-FD44-A6DA-B24A77FAE1FF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642125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D0BC07-AE47-F423-211F-238704285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45707F-ADFC-9C90-2D5E-01FD8AE919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603192-FC12-C7B3-2A05-0A5034B931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E158CC-5F2A-C247-99D9-5DDFB79A8FE8}" type="datetimeFigureOut">
              <a:rPr lang="en-CL" smtClean="0"/>
              <a:t>04-06-26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92138-F7FE-34C3-CB69-60AA5DD369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9FA22-F99A-6BE8-693D-C5EB818F76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0D04D0-03CB-FD44-A6DA-B24A77FAE1FF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4203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30806-0FDF-97EE-33D2-24C85D64F4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666" y="486137"/>
            <a:ext cx="11713579" cy="1114063"/>
          </a:xfrm>
        </p:spPr>
        <p:txBody>
          <a:bodyPr>
            <a:normAutofit fontScale="90000"/>
          </a:bodyPr>
          <a:lstStyle/>
          <a:p>
            <a:r>
              <a:rPr lang="en-CL" dirty="0"/>
              <a:t>H1: Formulación de su hipotesis alterna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1E0523-E327-04AE-47A0-BBDDF7846D23}"/>
              </a:ext>
            </a:extLst>
          </p:cNvPr>
          <p:cNvSpPr txBox="1"/>
          <p:nvPr/>
        </p:nvSpPr>
        <p:spPr>
          <a:xfrm>
            <a:off x="985990" y="1943212"/>
            <a:ext cx="1041292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s-ES_tradnl" sz="2800" dirty="0"/>
              <a:t>Breve descripción del protocolo (experimental, numérico, otro) para validar o rechazar su hipótesis.</a:t>
            </a:r>
          </a:p>
          <a:p>
            <a:pPr marL="457200" indent="-457200">
              <a:buFontTx/>
              <a:buChar char="-"/>
            </a:pPr>
            <a:endParaRPr lang="es-ES_tradnl" sz="2800" dirty="0"/>
          </a:p>
          <a:p>
            <a:pPr marL="457200" indent="-457200">
              <a:buFontTx/>
              <a:buChar char="-"/>
            </a:pPr>
            <a:r>
              <a:rPr lang="es-ES_tradnl" sz="2800" dirty="0"/>
              <a:t>Identificar un posible sesgo con el protocolo elegido.</a:t>
            </a:r>
          </a:p>
          <a:p>
            <a:pPr marL="457200" indent="-457200">
              <a:buFontTx/>
              <a:buChar char="-"/>
            </a:pPr>
            <a:endParaRPr lang="es-ES_tradnl" sz="2800" dirty="0"/>
          </a:p>
          <a:p>
            <a:pPr marL="457200" indent="-457200">
              <a:buFontTx/>
              <a:buChar char="-"/>
            </a:pPr>
            <a:r>
              <a:rPr lang="es-ES_tradnl" sz="2800" dirty="0"/>
              <a:t>Describir una forma de reducir o eliminar el sesgo detectado. </a:t>
            </a:r>
          </a:p>
          <a:p>
            <a:pPr marL="457200" indent="-457200">
              <a:buFontTx/>
              <a:buChar char="-"/>
            </a:pPr>
            <a:endParaRPr lang="es-ES_tradnl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12FDD4-211B-71D8-0BF7-0004618FE4CF}"/>
              </a:ext>
            </a:extLst>
          </p:cNvPr>
          <p:cNvSpPr txBox="1"/>
          <p:nvPr/>
        </p:nvSpPr>
        <p:spPr>
          <a:xfrm>
            <a:off x="798654" y="5602147"/>
            <a:ext cx="892680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/>
              <a:t>Fuente de información:</a:t>
            </a:r>
          </a:p>
          <a:p>
            <a:r>
              <a:rPr lang="en-CL" dirty="0"/>
              <a:t>Láminas de clase Metodología</a:t>
            </a:r>
          </a:p>
          <a:p>
            <a:r>
              <a:rPr lang="en-US" dirty="0"/>
              <a:t>Blog Steve Luck   https://</a:t>
            </a:r>
            <a:r>
              <a:rPr lang="en-US" dirty="0" err="1"/>
              <a:t>lucklab.ucdavis.edu</a:t>
            </a:r>
            <a:r>
              <a:rPr lang="en-US" dirty="0"/>
              <a:t>/blog/2018/4/19/why-</a:t>
            </a:r>
            <a:r>
              <a:rPr lang="en-US" dirty="0" err="1"/>
              <a:t>i</a:t>
            </a:r>
            <a:r>
              <a:rPr lang="en-US" dirty="0"/>
              <a:t>-lost-faith-in-p-values</a:t>
            </a:r>
            <a:endParaRPr lang="en-CL" dirty="0"/>
          </a:p>
        </p:txBody>
      </p:sp>
    </p:spTree>
    <p:extLst>
      <p:ext uri="{BB962C8B-B14F-4D97-AF65-F5344CB8AC3E}">
        <p14:creationId xmlns:p14="http://schemas.microsoft.com/office/powerpoint/2010/main" val="18128707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69</Words>
  <Application>Microsoft Macintosh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H1: Formulación de su hipotesis alterna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H1: Formulación de su hipotesis alterna</dc:title>
  <dc:creator>Jacques Dumais</dc:creator>
  <cp:lastModifiedBy>Jacques Dumais</cp:lastModifiedBy>
  <cp:revision>1</cp:revision>
  <dcterms:created xsi:type="dcterms:W3CDTF">2026-06-04T17:43:30Z</dcterms:created>
  <dcterms:modified xsi:type="dcterms:W3CDTF">2026-06-04T18:18:33Z</dcterms:modified>
</cp:coreProperties>
</file>